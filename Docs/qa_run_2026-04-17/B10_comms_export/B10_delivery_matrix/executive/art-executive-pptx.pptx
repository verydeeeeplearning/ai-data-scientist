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F3A5F"/>
                </a:solidFill>
                <a:latin typeface="Aptos Display"/>
              </a:rPr>
              <a:t>현황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600">
                <a:solidFill>
                  <a:srgbClr val="6C7F99"/>
                </a:solidFill>
                <a:latin typeface="Aptos"/>
              </a:rPr>
              <a:t>* 이탈률이 3분기 연속으로 상승하고 있습니다.</a:t>
            </a:r>
          </a:p>
          <a:p>
            <a:pPr algn="l"/>
            <a:r>
              <a:rPr sz="1600">
                <a:solidFill>
                  <a:srgbClr val="6C7F99"/>
                </a:solidFill>
                <a:latin typeface="Aptos"/>
              </a:rPr>
              <a:t>* 주요 KPI 영향도: 매출 2.1% 감소.</a:t>
            </a:r>
          </a:p>
          <a:p>
            <a:pPr algn="l"/>
            <a:r>
              <a:rPr sz="1600">
                <a:solidFill>
                  <a:srgbClr val="6C7F99"/>
                </a:solidFill>
                <a:latin typeface="Aptos"/>
              </a:rPr>
              <a:t>* 경쟁사 대비 신규 유입도 둔화세.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C7F99"/>
                </a:solidFill>
                <a:latin typeface="Aptos"/>
              </a:rPr>
              <a:t>confidence=0.84 | signed_by=ds-agent-prerelease | flags=needs_secondary_review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F3A5F"/>
                </a:solidFill>
                <a:latin typeface="Aptos Display"/>
              </a:rPr>
              <a:t>영향 분석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600">
                <a:solidFill>
                  <a:srgbClr val="6C7F99"/>
                </a:solidFill>
                <a:latin typeface="Aptos"/>
              </a:rPr>
              <a:t>* 연간 환산 영향: 약 24억원 손실 예상.</a:t>
            </a:r>
          </a:p>
          <a:p>
            <a:pPr algn="l"/>
            <a:r>
              <a:rPr sz="1600">
                <a:solidFill>
                  <a:srgbClr val="6C7F99"/>
                </a:solidFill>
                <a:latin typeface="Aptos"/>
              </a:rPr>
              <a:t>* 전사 OKR 대비 적신호.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C7F99"/>
                </a:solidFill>
                <a:latin typeface="Aptos"/>
              </a:rPr>
              <a:t>confidence=0.84 | signed_by=ds-agent-prerelease | flags=needs_secondary_review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1F3A5F"/>
                </a:solidFill>
                <a:latin typeface="Aptos Display"/>
              </a:rPr>
              <a:t>권고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600">
                <a:solidFill>
                  <a:srgbClr val="6C7F99"/>
                </a:solidFill>
                <a:latin typeface="Aptos"/>
              </a:rPr>
              <a:t>* 리텐션 캠페인 A/B 테스트를 4월 내 개시할 것을 권고합니다.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C7F99"/>
                </a:solidFill>
                <a:latin typeface="Aptos"/>
              </a:rPr>
              <a:t>confidence=0.84 | signed_by=ds-agent-prerelease | flags=needs_secondary_review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