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1F3A5F"/>
                </a:solidFill>
                <a:latin typeface="Aptos Display"/>
              </a:rPr>
              <a:t>데이터 출처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600">
                <a:solidFill>
                  <a:srgbClr val="6C7F99"/>
                </a:solidFill>
                <a:latin typeface="Aptos"/>
              </a:rPr>
              <a:t>* 원본: DW.CUSTOMER.EVENTS, 스냅샷 2026-04-10.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C7F99"/>
                </a:solidFill>
                <a:latin typeface="Aptos"/>
              </a:rPr>
              <a:t>confidence=0.84 | signed_by=ds-agent-prerelease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1F3A5F"/>
                </a:solidFill>
                <a:latin typeface="Aptos Display"/>
              </a:rPr>
              <a:t>접근 기록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600">
                <a:solidFill>
                  <a:srgbClr val="6C7F99"/>
                </a:solidFill>
                <a:latin typeface="Aptos"/>
              </a:rPr>
              <a:t>* 2026-04-12 10:24 UTC, ds-agent, read-only.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C7F99"/>
                </a:solidFill>
                <a:latin typeface="Aptos"/>
              </a:rPr>
              <a:t>confidence=0.84 | signed_by=ds-agent-prerelease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1F3A5F"/>
                </a:solidFill>
                <a:latin typeface="Aptos Display"/>
              </a:rPr>
              <a:t>정책 준수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600">
                <a:solidFill>
                  <a:srgbClr val="6C7F99"/>
                </a:solidFill>
                <a:latin typeface="Aptos"/>
              </a:rPr>
              <a:t>* GDPR Art.30 준수 확인, 가명화 완료.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C7F99"/>
                </a:solidFill>
                <a:latin typeface="Aptos"/>
              </a:rPr>
              <a:t>confidence=0.84 | signed_by=ds-agent-prerelease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