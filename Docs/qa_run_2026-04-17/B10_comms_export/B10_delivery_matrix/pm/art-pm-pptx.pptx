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이번 스프린트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온보딩 퍼널 이탈 지점: 3단계에서 38%.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다음 실행 항목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PR-142: 개인화 추천 배치 적용 (담당: 김민지).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완료 예정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2026-05-10까지 롤아웃 예정.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