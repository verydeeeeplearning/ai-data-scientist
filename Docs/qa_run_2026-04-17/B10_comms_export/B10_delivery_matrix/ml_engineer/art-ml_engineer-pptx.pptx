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3A5F"/>
                </a:solidFill>
                <a:latin typeface="Aptos Display"/>
              </a:rPr>
              <a:t>모델 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모델 버전: churn_v4.3.1.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7F99"/>
                </a:solidFill>
                <a:latin typeface="Aptos"/>
              </a:rPr>
              <a:t>confidence=0.84 | signed_by=ds-agent-prerelease | flags=needs_secondary_review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3A5F"/>
                </a:solidFill>
                <a:latin typeface="Aptos Display"/>
              </a:rPr>
              <a:t>서빙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GPU T4 x1, 레이턴시 p95 &lt; 80ms.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7F99"/>
                </a:solidFill>
                <a:latin typeface="Aptos"/>
              </a:rPr>
              <a:t>confidence=0.84 | signed_by=ds-agent-prerelease | flags=needs_secondary_review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3A5F"/>
                </a:solidFill>
                <a:latin typeface="Aptos Display"/>
              </a:rPr>
              <a:t>모니터링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PSI &gt; 0.2 알람, 24시간 지연 감지.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7F99"/>
                </a:solidFill>
                <a:latin typeface="Aptos"/>
              </a:rPr>
              <a:t>confidence=0.84 | signed_by=ds-agent-prerelease | flags=needs_secondary_review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3A5F"/>
                </a:solidFill>
                <a:latin typeface="Aptos Display"/>
              </a:rPr>
              <a:t>롤백 절차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이전 블레스드 모델 churn_v4.2.9로 자동 되돌림.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7F99"/>
                </a:solidFill>
                <a:latin typeface="Aptos"/>
              </a:rPr>
              <a:t>confidence=0.84 | signed_by=ds-agent-prerelease | flags=needs_secondary_review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