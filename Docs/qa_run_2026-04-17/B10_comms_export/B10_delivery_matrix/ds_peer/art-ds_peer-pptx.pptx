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가설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기능 X의 제거가 주 원인 가설.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분석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인과 추정: 디디(DID) 모형, 샘플 N=18,402.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ATT = -0.032 (95% CI [-0.041, -0.023]).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